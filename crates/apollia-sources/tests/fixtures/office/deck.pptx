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/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/>
        <p:txBody>
          <a:bodyPr/>
          <a:p>
            <a:r>
              <a:rPr lang="en-GB"/>
              <a:t>Thank the audience</a:t>
            </a:r>
          </a:p>
        </p:txBody>
      </p:sp>
      <p:sp>
        <p:nvSpPr>
          <p:cNvPr id="3" name="Number"/>
          <p:cNvSpPr/>
          <p:nvPr/>
        </p:nvSpPr>
        <p:spPr/>
        <p:txBody>
          <a:bodyPr/>
          <a:p>
            <a:fld id="{B1}" type="slidenum">
              <a:rPr lang="en-GB"/>
              <a:t>9</a:t>
            </a:fld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/>
        <p:txBody>
          <a:bodyPr/>
          <a:p>
            <a:r>
              <a:rPr lang="en-GB"/>
              <a:t>Mention the café budget</a:t>
            </a:r>
          </a:p>
        </p:txBody>
      </p:sp>
      <p:sp>
        <p:nvSpPr>
          <p:cNvPr id="3" name="Number"/>
          <p:cNvSpPr/>
          <p:nvPr/>
        </p:nvSpPr>
        <p:spPr/>
        <p:txBody>
          <a:bodyPr/>
          <a:p>
            <a:fld id="{B1}" type="slidenum">
              <a:rPr lang="en-GB"/>
              <a:t>9</a:t>
            </a:fld>
          </a:p>
        </p:txBody>
      </p:sp>
    </p:spTree>
  </p:cSld>
</p:note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/>
        <p:txBody>
          <a:bodyPr/>
          <a:p>
            <a:r>
              <a:rPr lang="en-GB"/>
              <a:t>Quarterly </a:t>
            </a:r>
            <a:r>
              <a:rPr lang="en-GB"/>
              <a:t>review</a:t>
            </a:r>
          </a:p>
          <a:p>
            <a:r>
              <a:rPr lang="en-GB"/>
              <a:t>Préparé à Genève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/>
        <p:txBody>
          <a:bodyPr/>
          <a:p>
            <a:r>
              <a:rPr lang="en-GB"/>
              <a:t>Slide 2 title</a:t>
            </a:r>
          </a:p>
          <a:p>
            <a:r>
              <a:rPr lang="en-GB"/>
              <a:t>Point for slide 2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/>
        <p:txBody>
          <a:bodyPr/>
          <a:p>
            <a:r>
              <a:rPr lang="en-GB"/>
              <a:t>Slide 3 title</a:t>
            </a:r>
          </a:p>
          <a:p>
            <a:r>
              <a:rPr lang="en-GB"/>
              <a:t>Point for slide 3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/>
        <p:txBody>
          <a:bodyPr/>
          <a:p>
            <a:r>
              <a:rPr lang="en-GB"/>
              <a:t>Slide 5 title</a:t>
            </a:r>
          </a:p>
          <a:p>
            <a:r>
              <a:rPr lang="en-GB"/>
              <a:t>Point for slide 5</a:t>
            </a: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/>
        <p:txBody>
          <a:bodyPr/>
          <a:p>
            <a:r>
              <a:rPr lang="en-GB"/>
              <a:t>Slide 6 title</a:t>
            </a:r>
          </a:p>
          <a:p>
            <a:r>
              <a:rPr lang="en-GB"/>
              <a:t>Point for slide 6</a:t>
            </a: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/>
        <p:txBody>
          <a:bodyPr/>
          <a:p>
            <a:r>
              <a:rPr lang="en-GB"/>
              <a:t>Slide 7 title</a:t>
            </a:r>
          </a:p>
          <a:p>
            <a:r>
              <a:rPr lang="en-GB"/>
              <a:t>Point for slide 7</a:t>
            </a: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/>
        <p:txBody>
          <a:bodyPr/>
          <a:p>
            <a:r>
              <a:rPr lang="en-GB"/>
              <a:t>Slide 8 title</a:t>
            </a:r>
          </a:p>
          <a:p>
            <a:r>
              <a:rPr lang="en-GB"/>
              <a:t>Point for slide 8</a:t>
            </a: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/>
        <p:txBody>
          <a:bodyPr/>
          <a:p>
            <a:r>
              <a:rPr lang="en-GB"/>
              <a:t>Slide 9 title</a:t>
            </a:r>
          </a:p>
          <a:p>
            <a:r>
              <a:rPr lang="en-GB"/>
              <a:t>Point for slide 9</a:t>
            </a: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/>
        <p:txBody>
          <a:bodyPr/>
          <a:p>
            <a:r>
              <a:rPr lang="en-GB"/>
              <a:t>Slide 10 title</a:t>
            </a:r>
          </a:p>
          <a:p>
            <a:r>
              <a:rPr lang="en-GB"/>
              <a:t>Point for slide 10</a:t>
            </a:r>
          </a:p>
        </p:txBody>
      </p:sp>
    </p:spTree>
  </p:cSld>
</p:sld>
</file>